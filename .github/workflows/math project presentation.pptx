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ha konka" userId="ba4cf8874226f51e" providerId="LiveId" clId="{A9DFAF66-9F14-4E35-8F21-3F9639F2CC0F}"/>
    <pc:docChg chg="undo custSel addSld modSld sldOrd modMainMaster">
      <pc:chgData name="rakshitha konka" userId="ba4cf8874226f51e" providerId="LiveId" clId="{A9DFAF66-9F14-4E35-8F21-3F9639F2CC0F}" dt="2026-02-16T14:15:24.501" v="1234"/>
      <pc:docMkLst>
        <pc:docMk/>
      </pc:docMkLst>
      <pc:sldChg chg="addSp delSp modSp mod modClrScheme chgLayout">
        <pc:chgData name="rakshitha konka" userId="ba4cf8874226f51e" providerId="LiveId" clId="{A9DFAF66-9F14-4E35-8F21-3F9639F2CC0F}" dt="2026-02-16T14:13:53.091" v="1213" actId="27636"/>
        <pc:sldMkLst>
          <pc:docMk/>
          <pc:sldMk cId="2211554575" sldId="256"/>
        </pc:sldMkLst>
        <pc:spChg chg="add mod ord">
          <ac:chgData name="rakshitha konka" userId="ba4cf8874226f51e" providerId="LiveId" clId="{A9DFAF66-9F14-4E35-8F21-3F9639F2CC0F}" dt="2026-02-16T05:59:49.173" v="897" actId="1076"/>
          <ac:spMkLst>
            <pc:docMk/>
            <pc:sldMk cId="2211554575" sldId="256"/>
            <ac:spMk id="4" creationId="{53FC5EAA-AD67-15AD-804A-82BF31A2C417}"/>
          </ac:spMkLst>
        </pc:spChg>
        <pc:spChg chg="add mod ord">
          <ac:chgData name="rakshitha konka" userId="ba4cf8874226f51e" providerId="LiveId" clId="{A9DFAF66-9F14-4E35-8F21-3F9639F2CC0F}" dt="2026-02-16T14:13:53.091" v="1213" actId="27636"/>
          <ac:spMkLst>
            <pc:docMk/>
            <pc:sldMk cId="2211554575" sldId="256"/>
            <ac:spMk id="5" creationId="{EEDFC4AB-C576-D3A9-78C8-0494F49BEFE4}"/>
          </ac:spMkLst>
        </pc:spChg>
      </pc:sldChg>
      <pc:sldChg chg="addSp delSp modSp mod">
        <pc:chgData name="rakshitha konka" userId="ba4cf8874226f51e" providerId="LiveId" clId="{A9DFAF66-9F14-4E35-8F21-3F9639F2CC0F}" dt="2026-02-16T14:12:54.067" v="1207" actId="1076"/>
        <pc:sldMkLst>
          <pc:docMk/>
          <pc:sldMk cId="232107765" sldId="257"/>
        </pc:sldMkLst>
        <pc:spChg chg="add del mod">
          <ac:chgData name="rakshitha konka" userId="ba4cf8874226f51e" providerId="LiveId" clId="{A9DFAF66-9F14-4E35-8F21-3F9639F2CC0F}" dt="2026-02-16T05:50:13.165" v="891" actId="20577"/>
          <ac:spMkLst>
            <pc:docMk/>
            <pc:sldMk cId="232107765" sldId="257"/>
            <ac:spMk id="2" creationId="{BF149BE7-2FCC-FB23-FE79-7234DCD99E67}"/>
          </ac:spMkLst>
        </pc:spChg>
        <pc:spChg chg="add mod">
          <ac:chgData name="rakshitha konka" userId="ba4cf8874226f51e" providerId="LiveId" clId="{A9DFAF66-9F14-4E35-8F21-3F9639F2CC0F}" dt="2026-02-16T05:17:31.687" v="435" actId="14100"/>
          <ac:spMkLst>
            <pc:docMk/>
            <pc:sldMk cId="232107765" sldId="257"/>
            <ac:spMk id="4" creationId="{CDB813BC-5C4C-D550-93DF-0747A13523CE}"/>
          </ac:spMkLst>
        </pc:spChg>
        <pc:spChg chg="add mod">
          <ac:chgData name="rakshitha konka" userId="ba4cf8874226f51e" providerId="LiveId" clId="{A9DFAF66-9F14-4E35-8F21-3F9639F2CC0F}" dt="2026-02-16T05:17:31.687" v="435" actId="14100"/>
          <ac:spMkLst>
            <pc:docMk/>
            <pc:sldMk cId="232107765" sldId="257"/>
            <ac:spMk id="5" creationId="{20C9EA4C-5633-77D4-27E8-B90EB4BA76E7}"/>
          </ac:spMkLst>
        </pc:spChg>
        <pc:spChg chg="add del">
          <ac:chgData name="rakshitha konka" userId="ba4cf8874226f51e" providerId="LiveId" clId="{A9DFAF66-9F14-4E35-8F21-3F9639F2CC0F}" dt="2026-02-16T05:17:45.352" v="439" actId="478"/>
          <ac:spMkLst>
            <pc:docMk/>
            <pc:sldMk cId="232107765" sldId="257"/>
            <ac:spMk id="7" creationId="{4DD65620-48FF-97D4-018E-C3616F94D01D}"/>
          </ac:spMkLst>
        </pc:spChg>
        <pc:spChg chg="mod">
          <ac:chgData name="rakshitha konka" userId="ba4cf8874226f51e" providerId="LiveId" clId="{A9DFAF66-9F14-4E35-8F21-3F9639F2CC0F}" dt="2026-02-16T14:12:54.067" v="1207" actId="1076"/>
          <ac:spMkLst>
            <pc:docMk/>
            <pc:sldMk cId="232107765" sldId="257"/>
            <ac:spMk id="15" creationId="{B9FBFA74-BAD4-137A-133A-CB1DA58DC9A4}"/>
          </ac:spMkLst>
        </pc:spChg>
        <pc:spChg chg="mod">
          <ac:chgData name="rakshitha konka" userId="ba4cf8874226f51e" providerId="LiveId" clId="{A9DFAF66-9F14-4E35-8F21-3F9639F2CC0F}" dt="2026-02-16T05:23:25.829" v="542" actId="20577"/>
          <ac:spMkLst>
            <pc:docMk/>
            <pc:sldMk cId="232107765" sldId="257"/>
            <ac:spMk id="18" creationId="{C80ECE93-3E04-6BE4-DB0C-36DE4FDD9D57}"/>
          </ac:spMkLst>
        </pc:spChg>
        <pc:picChg chg="mod">
          <ac:chgData name="rakshitha konka" userId="ba4cf8874226f51e" providerId="LiveId" clId="{A9DFAF66-9F14-4E35-8F21-3F9639F2CC0F}" dt="2026-02-16T04:57:33.875" v="205" actId="1076"/>
          <ac:picMkLst>
            <pc:docMk/>
            <pc:sldMk cId="232107765" sldId="257"/>
            <ac:picMk id="10" creationId="{DD4D9980-19C1-01CE-805D-2274FEAD0820}"/>
          </ac:picMkLst>
        </pc:picChg>
        <pc:picChg chg="mod">
          <ac:chgData name="rakshitha konka" userId="ba4cf8874226f51e" providerId="LiveId" clId="{A9DFAF66-9F14-4E35-8F21-3F9639F2CC0F}" dt="2026-02-16T04:57:39.557" v="206" actId="14100"/>
          <ac:picMkLst>
            <pc:docMk/>
            <pc:sldMk cId="232107765" sldId="257"/>
            <ac:picMk id="11" creationId="{3614B2DD-1682-35BC-E78B-3BF7A95E16DB}"/>
          </ac:picMkLst>
        </pc:picChg>
        <pc:picChg chg="add mod">
          <ac:chgData name="rakshitha konka" userId="ba4cf8874226f51e" providerId="LiveId" clId="{A9DFAF66-9F14-4E35-8F21-3F9639F2CC0F}" dt="2026-02-16T14:12:49.278" v="1206" actId="1076"/>
          <ac:picMkLst>
            <pc:docMk/>
            <pc:sldMk cId="232107765" sldId="257"/>
            <ac:picMk id="17" creationId="{355DD4BA-6ADA-AAA9-1E0E-2C95166CAACF}"/>
          </ac:picMkLst>
        </pc:picChg>
      </pc:sldChg>
      <pc:sldChg chg="addSp delSp modSp new mod modClrScheme chgLayout">
        <pc:chgData name="rakshitha konka" userId="ba4cf8874226f51e" providerId="LiveId" clId="{A9DFAF66-9F14-4E35-8F21-3F9639F2CC0F}" dt="2026-02-16T14:11:36.378" v="1193" actId="1076"/>
        <pc:sldMkLst>
          <pc:docMk/>
          <pc:sldMk cId="4023413085" sldId="258"/>
        </pc:sldMkLst>
        <pc:spChg chg="add mod ord">
          <ac:chgData name="rakshitha konka" userId="ba4cf8874226f51e" providerId="LiveId" clId="{A9DFAF66-9F14-4E35-8F21-3F9639F2CC0F}" dt="2026-02-16T14:11:36.378" v="1193" actId="1076"/>
          <ac:spMkLst>
            <pc:docMk/>
            <pc:sldMk cId="4023413085" sldId="258"/>
            <ac:spMk id="2" creationId="{D4B9AC91-D9A8-7F78-9ABA-1F2850D88CE7}"/>
          </ac:spMkLst>
        </pc:spChg>
        <pc:spChg chg="add mod ord">
          <ac:chgData name="rakshitha konka" userId="ba4cf8874226f51e" providerId="LiveId" clId="{A9DFAF66-9F14-4E35-8F21-3F9639F2CC0F}" dt="2026-02-16T14:11:10.552" v="1179" actId="20577"/>
          <ac:spMkLst>
            <pc:docMk/>
            <pc:sldMk cId="4023413085" sldId="258"/>
            <ac:spMk id="3" creationId="{6BC13ED0-1632-A384-64CF-9F15BB755871}"/>
          </ac:spMkLst>
        </pc:spChg>
      </pc:sldChg>
      <pc:sldChg chg="modSp new mod">
        <pc:chgData name="rakshitha konka" userId="ba4cf8874226f51e" providerId="LiveId" clId="{A9DFAF66-9F14-4E35-8F21-3F9639F2CC0F}" dt="2026-02-16T05:24:46.619" v="549" actId="2711"/>
        <pc:sldMkLst>
          <pc:docMk/>
          <pc:sldMk cId="1929173501" sldId="259"/>
        </pc:sldMkLst>
        <pc:spChg chg="mod">
          <ac:chgData name="rakshitha konka" userId="ba4cf8874226f51e" providerId="LiveId" clId="{A9DFAF66-9F14-4E35-8F21-3F9639F2CC0F}" dt="2026-02-16T05:24:46.619" v="549" actId="2711"/>
          <ac:spMkLst>
            <pc:docMk/>
            <pc:sldMk cId="1929173501" sldId="259"/>
            <ac:spMk id="2" creationId="{91A37AB8-7801-A9A6-DF97-15CB482979B5}"/>
          </ac:spMkLst>
        </pc:spChg>
        <pc:spChg chg="mod">
          <ac:chgData name="rakshitha konka" userId="ba4cf8874226f51e" providerId="LiveId" clId="{A9DFAF66-9F14-4E35-8F21-3F9639F2CC0F}" dt="2026-02-16T04:48:06.410" v="126" actId="2711"/>
          <ac:spMkLst>
            <pc:docMk/>
            <pc:sldMk cId="1929173501" sldId="259"/>
            <ac:spMk id="3" creationId="{8D695E3A-EC5C-F115-B473-272A06779429}"/>
          </ac:spMkLst>
        </pc:spChg>
      </pc:sldChg>
      <pc:sldChg chg="modSp new mod">
        <pc:chgData name="rakshitha konka" userId="ba4cf8874226f51e" providerId="LiveId" clId="{A9DFAF66-9F14-4E35-8F21-3F9639F2CC0F}" dt="2026-02-16T05:24:39.661" v="548" actId="2711"/>
        <pc:sldMkLst>
          <pc:docMk/>
          <pc:sldMk cId="2057274923" sldId="260"/>
        </pc:sldMkLst>
        <pc:spChg chg="mod">
          <ac:chgData name="rakshitha konka" userId="ba4cf8874226f51e" providerId="LiveId" clId="{A9DFAF66-9F14-4E35-8F21-3F9639F2CC0F}" dt="2026-02-16T05:24:39.661" v="548" actId="2711"/>
          <ac:spMkLst>
            <pc:docMk/>
            <pc:sldMk cId="2057274923" sldId="260"/>
            <ac:spMk id="2" creationId="{43BF25BD-78EB-1ADC-55B5-2CBBAE224B74}"/>
          </ac:spMkLst>
        </pc:spChg>
        <pc:spChg chg="mod">
          <ac:chgData name="rakshitha konka" userId="ba4cf8874226f51e" providerId="LiveId" clId="{A9DFAF66-9F14-4E35-8F21-3F9639F2CC0F}" dt="2026-02-16T04:49:09.580" v="132" actId="2711"/>
          <ac:spMkLst>
            <pc:docMk/>
            <pc:sldMk cId="2057274923" sldId="260"/>
            <ac:spMk id="3" creationId="{E2D6226E-7E31-42C8-7013-55DB8F0A7A72}"/>
          </ac:spMkLst>
        </pc:spChg>
      </pc:sldChg>
      <pc:sldChg chg="modSp new mod">
        <pc:chgData name="rakshitha konka" userId="ba4cf8874226f51e" providerId="LiveId" clId="{A9DFAF66-9F14-4E35-8F21-3F9639F2CC0F}" dt="2026-02-16T06:00:09.022" v="899" actId="1076"/>
        <pc:sldMkLst>
          <pc:docMk/>
          <pc:sldMk cId="1295342694" sldId="261"/>
        </pc:sldMkLst>
        <pc:spChg chg="mod">
          <ac:chgData name="rakshitha konka" userId="ba4cf8874226f51e" providerId="LiveId" clId="{A9DFAF66-9F14-4E35-8F21-3F9639F2CC0F}" dt="2026-02-16T06:00:09.022" v="899" actId="1076"/>
          <ac:spMkLst>
            <pc:docMk/>
            <pc:sldMk cId="1295342694" sldId="261"/>
            <ac:spMk id="2" creationId="{00279C66-66F1-D0AD-0D10-AAD7F38C5406}"/>
          </ac:spMkLst>
        </pc:spChg>
        <pc:spChg chg="mod">
          <ac:chgData name="rakshitha konka" userId="ba4cf8874226f51e" providerId="LiveId" clId="{A9DFAF66-9F14-4E35-8F21-3F9639F2CC0F}" dt="2026-02-16T06:00:00.605" v="898" actId="1076"/>
          <ac:spMkLst>
            <pc:docMk/>
            <pc:sldMk cId="1295342694" sldId="261"/>
            <ac:spMk id="3" creationId="{333C131F-E0CD-B164-1B44-1A10E66A0021}"/>
          </ac:spMkLst>
        </pc:spChg>
      </pc:sldChg>
      <pc:sldChg chg="addSp delSp modSp new mod">
        <pc:chgData name="rakshitha konka" userId="ba4cf8874226f51e" providerId="LiveId" clId="{A9DFAF66-9F14-4E35-8F21-3F9639F2CC0F}" dt="2026-02-16T14:14:15.869" v="1219" actId="27636"/>
        <pc:sldMkLst>
          <pc:docMk/>
          <pc:sldMk cId="950381391" sldId="262"/>
        </pc:sldMkLst>
        <pc:spChg chg="mod">
          <ac:chgData name="rakshitha konka" userId="ba4cf8874226f51e" providerId="LiveId" clId="{A9DFAF66-9F14-4E35-8F21-3F9639F2CC0F}" dt="2026-02-16T14:14:15.869" v="1219" actId="27636"/>
          <ac:spMkLst>
            <pc:docMk/>
            <pc:sldMk cId="950381391" sldId="262"/>
            <ac:spMk id="2" creationId="{9FCCB664-0B16-2E24-FAF6-3465625AB3FE}"/>
          </ac:spMkLst>
        </pc:spChg>
        <pc:graphicFrameChg chg="add del mod ord modGraphic">
          <ac:chgData name="rakshitha konka" userId="ba4cf8874226f51e" providerId="LiveId" clId="{A9DFAF66-9F14-4E35-8F21-3F9639F2CC0F}" dt="2026-02-16T14:00:51.407" v="1046" actId="1076"/>
          <ac:graphicFrameMkLst>
            <pc:docMk/>
            <pc:sldMk cId="950381391" sldId="262"/>
            <ac:graphicFrameMk id="4" creationId="{10AACE55-4F54-A7CF-5B26-13ADCC05B900}"/>
          </ac:graphicFrameMkLst>
        </pc:graphicFrame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3844972545" sldId="263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844972545" sldId="263"/>
            <ac:spMk id="2" creationId="{007BB597-179F-BD2E-EBC5-164CFEFEA4B0}"/>
          </ac:spMkLst>
        </pc:spChg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844972545" sldId="263"/>
            <ac:spMk id="3" creationId="{3B397C92-DE0D-DF04-E1AF-2B40D84272F2}"/>
          </ac:spMkLst>
        </pc:sp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1137836199" sldId="264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1137836199" sldId="264"/>
            <ac:spMk id="2" creationId="{DA989DEA-B0C6-E86A-ED69-C0CD2194B680}"/>
          </ac:spMkLst>
        </pc:spChg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1137836199" sldId="264"/>
            <ac:spMk id="3" creationId="{AFCBA16B-345A-55CE-AE4F-EA2244A8D71C}"/>
          </ac:spMkLst>
        </pc:spChg>
      </pc:sldChg>
      <pc:sldChg chg="addSp delSp modSp new mod">
        <pc:chgData name="rakshitha konka" userId="ba4cf8874226f51e" providerId="LiveId" clId="{A9DFAF66-9F14-4E35-8F21-3F9639F2CC0F}" dt="2026-02-16T14:15:07.113" v="1228" actId="27636"/>
        <pc:sldMkLst>
          <pc:docMk/>
          <pc:sldMk cId="4248967119" sldId="265"/>
        </pc:sldMkLst>
        <pc:spChg chg="mod">
          <ac:chgData name="rakshitha konka" userId="ba4cf8874226f51e" providerId="LiveId" clId="{A9DFAF66-9F14-4E35-8F21-3F9639F2CC0F}" dt="2026-02-16T14:15:07.113" v="1228" actId="27636"/>
          <ac:spMkLst>
            <pc:docMk/>
            <pc:sldMk cId="4248967119" sldId="265"/>
            <ac:spMk id="2" creationId="{BE763A81-834E-5979-DEE8-889F095C50A7}"/>
          </ac:spMkLst>
        </pc:spChg>
        <pc:picChg chg="add mod ord">
          <ac:chgData name="rakshitha konka" userId="ba4cf8874226f51e" providerId="LiveId" clId="{A9DFAF66-9F14-4E35-8F21-3F9639F2CC0F}" dt="2026-02-16T14:13:13.089" v="1209" actId="1076"/>
          <ac:picMkLst>
            <pc:docMk/>
            <pc:sldMk cId="4248967119" sldId="265"/>
            <ac:picMk id="5" creationId="{3FE58E77-F04E-DA10-A23E-ACBE1FB97E91}"/>
          </ac:picMkLst>
        </pc:pic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3065128967" sldId="266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065128967" sldId="266"/>
            <ac:spMk id="2" creationId="{50B33470-55CF-0936-56FD-AE388727E5C6}"/>
          </ac:spMkLst>
        </pc:spChg>
        <pc:spChg chg="mod">
          <ac:chgData name="rakshitha konka" userId="ba4cf8874226f51e" providerId="LiveId" clId="{A9DFAF66-9F14-4E35-8F21-3F9639F2CC0F}" dt="2026-02-16T14:14:01.477" v="1217" actId="27636"/>
          <ac:spMkLst>
            <pc:docMk/>
            <pc:sldMk cId="3065128967" sldId="266"/>
            <ac:spMk id="3" creationId="{EEC2AEB4-D86D-0624-61B1-9604E05F39D1}"/>
          </ac:spMkLst>
        </pc:sp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2039238818" sldId="267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2039238818" sldId="267"/>
            <ac:spMk id="2" creationId="{A99D148E-E0A8-F6DC-CF30-A4C6F78B92AC}"/>
          </ac:spMkLst>
        </pc:spChg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2039238818" sldId="267"/>
            <ac:spMk id="3" creationId="{BE5703A7-8C21-89B1-3913-561EF8B91E77}"/>
          </ac:spMkLst>
        </pc:spChg>
      </pc:sldChg>
      <pc:sldChg chg="modSp new mod ord">
        <pc:chgData name="rakshitha konka" userId="ba4cf8874226f51e" providerId="LiveId" clId="{A9DFAF66-9F14-4E35-8F21-3F9639F2CC0F}" dt="2026-02-16T14:15:24.501" v="1234"/>
        <pc:sldMkLst>
          <pc:docMk/>
          <pc:sldMk cId="380956156" sldId="268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80956156" sldId="268"/>
            <ac:spMk id="2" creationId="{1906A3E4-2766-5B7C-09DA-EBE84F3CF509}"/>
          </ac:spMkLst>
        </pc:spChg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80956156" sldId="268"/>
            <ac:spMk id="3" creationId="{EF55BB55-1221-54D3-CA7C-518759D10E43}"/>
          </ac:spMkLst>
        </pc:spChg>
      </pc:sldChg>
      <pc:sldChg chg="addSp delSp modSp new mod modClrScheme chgLayout">
        <pc:chgData name="rakshitha konka" userId="ba4cf8874226f51e" providerId="LiveId" clId="{A9DFAF66-9F14-4E35-8F21-3F9639F2CC0F}" dt="2026-02-16T14:15:17.952" v="1230" actId="1076"/>
        <pc:sldMkLst>
          <pc:docMk/>
          <pc:sldMk cId="3655491464" sldId="269"/>
        </pc:sldMkLst>
        <pc:spChg chg="add mod ord">
          <ac:chgData name="rakshitha konka" userId="ba4cf8874226f51e" providerId="LiveId" clId="{A9DFAF66-9F14-4E35-8F21-3F9639F2CC0F}" dt="2026-02-16T14:14:15.869" v="1222" actId="27636"/>
          <ac:spMkLst>
            <pc:docMk/>
            <pc:sldMk cId="3655491464" sldId="269"/>
            <ac:spMk id="6" creationId="{59CCA4EF-FBED-EBCB-A527-385C73825538}"/>
          </ac:spMkLst>
        </pc:spChg>
        <pc:picChg chg="add mod ord">
          <ac:chgData name="rakshitha konka" userId="ba4cf8874226f51e" providerId="LiveId" clId="{A9DFAF66-9F14-4E35-8F21-3F9639F2CC0F}" dt="2026-02-16T14:15:17.952" v="1230" actId="1076"/>
          <ac:picMkLst>
            <pc:docMk/>
            <pc:sldMk cId="3655491464" sldId="269"/>
            <ac:picMk id="5" creationId="{7CA80356-2038-1D64-BE9C-40605404A4F5}"/>
          </ac:picMkLst>
        </pc:picChg>
      </pc:sldChg>
      <pc:sldChg chg="addSp delSp modSp new mod modClrScheme chgLayout">
        <pc:chgData name="rakshitha konka" userId="ba4cf8874226f51e" providerId="LiveId" clId="{A9DFAF66-9F14-4E35-8F21-3F9639F2CC0F}" dt="2026-02-16T14:15:12.532" v="1229" actId="1076"/>
        <pc:sldMkLst>
          <pc:docMk/>
          <pc:sldMk cId="3650401930" sldId="270"/>
        </pc:sldMkLst>
        <pc:spChg chg="add mod ord">
          <ac:chgData name="rakshitha konka" userId="ba4cf8874226f51e" providerId="LiveId" clId="{A9DFAF66-9F14-4E35-8F21-3F9639F2CC0F}" dt="2026-02-16T05:37:09.592" v="863" actId="1076"/>
          <ac:spMkLst>
            <pc:docMk/>
            <pc:sldMk cId="3650401930" sldId="270"/>
            <ac:spMk id="6" creationId="{C2C6DD11-6C52-1EAD-190F-35DBA24DEE86}"/>
          </ac:spMkLst>
        </pc:spChg>
        <pc:picChg chg="add mod ord">
          <ac:chgData name="rakshitha konka" userId="ba4cf8874226f51e" providerId="LiveId" clId="{A9DFAF66-9F14-4E35-8F21-3F9639F2CC0F}" dt="2026-02-16T14:15:12.532" v="1229" actId="1076"/>
          <ac:picMkLst>
            <pc:docMk/>
            <pc:sldMk cId="3650401930" sldId="270"/>
            <ac:picMk id="5" creationId="{7DA50621-6E46-12E4-E241-7662B0359421}"/>
          </ac:picMkLst>
        </pc:picChg>
      </pc:sldChg>
      <pc:sldChg chg="addSp delSp modSp new mod">
        <pc:chgData name="rakshitha konka" userId="ba4cf8874226f51e" providerId="LiveId" clId="{A9DFAF66-9F14-4E35-8F21-3F9639F2CC0F}" dt="2026-02-16T14:15:07.066" v="1226"/>
        <pc:sldMkLst>
          <pc:docMk/>
          <pc:sldMk cId="1032085006" sldId="271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1032085006" sldId="271"/>
            <ac:spMk id="2" creationId="{A8A51CE4-7235-F8F8-928E-222BD832F51F}"/>
          </ac:spMkLst>
        </pc:spChg>
        <pc:spChg chg="add mod">
          <ac:chgData name="rakshitha konka" userId="ba4cf8874226f51e" providerId="LiveId" clId="{A9DFAF66-9F14-4E35-8F21-3F9639F2CC0F}" dt="2026-02-16T06:02:39.520" v="938" actId="1076"/>
          <ac:spMkLst>
            <pc:docMk/>
            <pc:sldMk cId="1032085006" sldId="271"/>
            <ac:spMk id="7" creationId="{BDBB1DFA-9FD1-EE9E-378D-6CB1770A71D1}"/>
          </ac:spMkLst>
        </pc:spChg>
        <pc:picChg chg="add mod">
          <ac:chgData name="rakshitha konka" userId="ba4cf8874226f51e" providerId="LiveId" clId="{A9DFAF66-9F14-4E35-8F21-3F9639F2CC0F}" dt="2026-02-16T05:37:02.590" v="862" actId="1076"/>
          <ac:picMkLst>
            <pc:docMk/>
            <pc:sldMk cId="1032085006" sldId="271"/>
            <ac:picMk id="11" creationId="{9464F3A5-71ED-8DBE-5AA3-E044D111125F}"/>
          </ac:picMkLst>
        </pc:pic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3538249666" sldId="272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538249666" sldId="272"/>
            <ac:spMk id="2" creationId="{07A583F3-4C85-84DC-B900-F0F275F42ABB}"/>
          </ac:spMkLst>
        </pc:spChg>
        <pc:spChg chg="mod">
          <ac:chgData name="rakshitha konka" userId="ba4cf8874226f51e" providerId="LiveId" clId="{A9DFAF66-9F14-4E35-8F21-3F9639F2CC0F}" dt="2026-02-16T06:02:21.483" v="934" actId="1076"/>
          <ac:spMkLst>
            <pc:docMk/>
            <pc:sldMk cId="3538249666" sldId="272"/>
            <ac:spMk id="3" creationId="{95DFFC1E-5CA1-C7E3-D1D5-700C54A643E9}"/>
          </ac:spMkLst>
        </pc:spChg>
      </pc:sldChg>
      <pc:sldChg chg="modSp new mod">
        <pc:chgData name="rakshitha konka" userId="ba4cf8874226f51e" providerId="LiveId" clId="{A9DFAF66-9F14-4E35-8F21-3F9639F2CC0F}" dt="2026-02-16T14:15:07.066" v="1226"/>
        <pc:sldMkLst>
          <pc:docMk/>
          <pc:sldMk cId="3407553479" sldId="273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3407553479" sldId="273"/>
            <ac:spMk id="2" creationId="{F424A593-7189-AE30-888F-4F63404D70A9}"/>
          </ac:spMkLst>
        </pc:spChg>
        <pc:spChg chg="mod">
          <ac:chgData name="rakshitha konka" userId="ba4cf8874226f51e" providerId="LiveId" clId="{A9DFAF66-9F14-4E35-8F21-3F9639F2CC0F}" dt="2026-02-16T06:02:02.772" v="933" actId="1076"/>
          <ac:spMkLst>
            <pc:docMk/>
            <pc:sldMk cId="3407553479" sldId="273"/>
            <ac:spMk id="3" creationId="{E6D31F77-F392-B2D9-5243-9200F97630CA}"/>
          </ac:spMkLst>
        </pc:spChg>
      </pc:sldChg>
      <pc:sldChg chg="modSp new mod ord">
        <pc:chgData name="rakshitha konka" userId="ba4cf8874226f51e" providerId="LiveId" clId="{A9DFAF66-9F14-4E35-8F21-3F9639F2CC0F}" dt="2026-02-16T14:15:07.066" v="1226"/>
        <pc:sldMkLst>
          <pc:docMk/>
          <pc:sldMk cId="1451534901" sldId="274"/>
        </pc:sldMkLst>
        <pc:spChg chg="mod">
          <ac:chgData name="rakshitha konka" userId="ba4cf8874226f51e" providerId="LiveId" clId="{A9DFAF66-9F14-4E35-8F21-3F9639F2CC0F}" dt="2026-02-16T14:15:07.066" v="1226"/>
          <ac:spMkLst>
            <pc:docMk/>
            <pc:sldMk cId="1451534901" sldId="274"/>
            <ac:spMk id="2" creationId="{AFB296A1-CF67-3123-F2EC-D716253F97FE}"/>
          </ac:spMkLst>
        </pc:spChg>
        <pc:spChg chg="mod">
          <ac:chgData name="rakshitha konka" userId="ba4cf8874226f51e" providerId="LiveId" clId="{A9DFAF66-9F14-4E35-8F21-3F9639F2CC0F}" dt="2026-02-16T06:01:55.827" v="932" actId="1076"/>
          <ac:spMkLst>
            <pc:docMk/>
            <pc:sldMk cId="1451534901" sldId="274"/>
            <ac:spMk id="3" creationId="{13FFF2EF-6BDF-6BD6-836D-FE3C474D0342}"/>
          </ac:spMkLst>
        </pc:spChg>
      </pc:sldChg>
      <pc:sldChg chg="addSp delSp modSp new mod">
        <pc:chgData name="rakshitha konka" userId="ba4cf8874226f51e" providerId="LiveId" clId="{A9DFAF66-9F14-4E35-8F21-3F9639F2CC0F}" dt="2026-02-16T05:36:51.066" v="861" actId="20577"/>
        <pc:sldMkLst>
          <pc:docMk/>
          <pc:sldMk cId="2191441076" sldId="275"/>
        </pc:sldMkLst>
        <pc:spChg chg="add del mod">
          <ac:chgData name="rakshitha konka" userId="ba4cf8874226f51e" providerId="LiveId" clId="{A9DFAF66-9F14-4E35-8F21-3F9639F2CC0F}" dt="2026-02-16T05:36:51.066" v="861" actId="20577"/>
          <ac:spMkLst>
            <pc:docMk/>
            <pc:sldMk cId="2191441076" sldId="275"/>
            <ac:spMk id="2" creationId="{78D845F5-57F7-B0E9-CB38-90DEB5FA11EF}"/>
          </ac:spMkLst>
        </pc:spChg>
      </pc:sldChg>
      <pc:sldChg chg="addSp delSp modSp new mod">
        <pc:chgData name="rakshitha konka" userId="ba4cf8874226f51e" providerId="LiveId" clId="{A9DFAF66-9F14-4E35-8F21-3F9639F2CC0F}" dt="2026-02-16T14:15:07.113" v="1227" actId="27636"/>
        <pc:sldMkLst>
          <pc:docMk/>
          <pc:sldMk cId="215513049" sldId="276"/>
        </pc:sldMkLst>
        <pc:spChg chg="add del mod">
          <ac:chgData name="rakshitha konka" userId="ba4cf8874226f51e" providerId="LiveId" clId="{A9DFAF66-9F14-4E35-8F21-3F9639F2CC0F}" dt="2026-02-16T14:15:07.113" v="1227" actId="27636"/>
          <ac:spMkLst>
            <pc:docMk/>
            <pc:sldMk cId="215513049" sldId="276"/>
            <ac:spMk id="2" creationId="{C817C0F8-6F8B-900C-08E5-CFA565297504}"/>
          </ac:spMkLst>
        </pc:spChg>
        <pc:graphicFrameChg chg="add mod ord modGraphic">
          <ac:chgData name="rakshitha konka" userId="ba4cf8874226f51e" providerId="LiveId" clId="{A9DFAF66-9F14-4E35-8F21-3F9639F2CC0F}" dt="2026-02-16T14:05:21.027" v="1103" actId="14100"/>
          <ac:graphicFrameMkLst>
            <pc:docMk/>
            <pc:sldMk cId="215513049" sldId="276"/>
            <ac:graphicFrameMk id="4" creationId="{9BE1874E-4404-C88E-5099-922CDF6CED9C}"/>
          </ac:graphicFrameMkLst>
        </pc:graphicFrameChg>
      </pc:sldChg>
    </pc:docChg>
  </pc:docChgLst>
  <pc:docChgLst>
    <pc:chgData name="Poojitha Alka" userId="a36a9b2c50534c59" providerId="LiveId" clId="{8EB8C68D-D455-486B-8162-57C8CDF81BF9}"/>
    <pc:docChg chg="modSld">
      <pc:chgData name="Poojitha Alka" userId="a36a9b2c50534c59" providerId="LiveId" clId="{8EB8C68D-D455-486B-8162-57C8CDF81BF9}" dt="2026-02-23T18:21:18.087" v="0" actId="14734"/>
      <pc:docMkLst>
        <pc:docMk/>
      </pc:docMkLst>
      <pc:sldChg chg="modSp mod">
        <pc:chgData name="Poojitha Alka" userId="a36a9b2c50534c59" providerId="LiveId" clId="{8EB8C68D-D455-486B-8162-57C8CDF81BF9}" dt="2026-02-23T18:21:18.087" v="0" actId="14734"/>
        <pc:sldMkLst>
          <pc:docMk/>
          <pc:sldMk cId="950381391" sldId="262"/>
        </pc:sldMkLst>
        <pc:graphicFrameChg chg="modGraphic">
          <ac:chgData name="Poojitha Alka" userId="a36a9b2c50534c59" providerId="LiveId" clId="{8EB8C68D-D455-486B-8162-57C8CDF81BF9}" dt="2026-02-23T18:21:18.087" v="0" actId="14734"/>
          <ac:graphicFrameMkLst>
            <pc:docMk/>
            <pc:sldMk cId="950381391" sldId="262"/>
            <ac:graphicFrameMk id="4" creationId="{10AACE55-4F54-A7CF-5B26-13ADCC05B9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332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1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41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8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24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6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35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181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44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336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99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97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924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09042A8-EE4E-4695-AE87-7334570D86DC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603D2C4C-7AD4-4245-9414-5D9A6AA94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33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E43BC8DD-58EF-AC0C-F846-0519FF00D734}"/>
              </a:ext>
            </a:extLst>
          </p:cNvPr>
          <p:cNvSpPr/>
          <p:nvPr/>
        </p:nvSpPr>
        <p:spPr>
          <a:xfrm>
            <a:off x="2208046" y="2749609"/>
            <a:ext cx="4687268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63"/>
              </a:lnSpc>
            </a:pPr>
            <a:endParaRPr lang="en-US" sz="1656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324480D-AEBD-75EE-C332-E7F2096D6907}"/>
              </a:ext>
            </a:extLst>
          </p:cNvPr>
          <p:cNvSpPr/>
          <p:nvPr/>
        </p:nvSpPr>
        <p:spPr>
          <a:xfrm>
            <a:off x="4391549" y="4960030"/>
            <a:ext cx="8151764" cy="22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5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0725DDC-FBD5-6FD3-ED5D-6A1C7CBEEDBB}"/>
              </a:ext>
            </a:extLst>
          </p:cNvPr>
          <p:cNvSpPr/>
          <p:nvPr/>
        </p:nvSpPr>
        <p:spPr>
          <a:xfrm>
            <a:off x="4059927" y="5424913"/>
            <a:ext cx="8151764" cy="226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4D9980-19C1-01CE-805D-2274FEAD082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2" y="31232"/>
            <a:ext cx="2220359" cy="1129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14B2DD-1682-35BC-E78B-3BF7A95E16D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254" y="31233"/>
            <a:ext cx="1952580" cy="1175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149BE7-2FCC-FB23-FE79-7234DCD99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073" y="413941"/>
            <a:ext cx="10008940" cy="2862659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>
                <a:solidFill>
                  <a:schemeClr val="tx1"/>
                </a:solidFill>
                <a:latin typeface="Bookman Old Style" panose="02050604050505020204" pitchFamily="18" charset="0"/>
              </a:rPr>
              <a:t>SCHOOL OF ENGINEERING</a:t>
            </a:r>
            <a:b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GB" sz="36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Project Presentation </a:t>
            </a:r>
            <a:br>
              <a:rPr lang="en-GB" sz="36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  <a:t>Course : Calculus and Differential Equations </a:t>
            </a:r>
            <a:b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  <a:t>Term – 2</a:t>
            </a:r>
            <a:b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  <a:t>Title :MODELING MOCK TEST GROWTH USING DIFFERENTIAL EQUATIONS TO PREDICT STUDENT PERFORMANCE </a:t>
            </a:r>
            <a:br>
              <a:rPr lang="en-GB" sz="2700" dirty="0">
                <a:solidFill>
                  <a:schemeClr val="tx1"/>
                </a:solidFill>
                <a:latin typeface="Bookman Old Style" panose="02050604050505020204" pitchFamily="18" charset="0"/>
              </a:rPr>
            </a:br>
            <a:endParaRPr lang="en-IN" sz="2700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80ECE93-3E04-6BE4-DB0C-36DE4FDD9D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1597" y="5280757"/>
            <a:ext cx="5770128" cy="1396717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     Presented by :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                     Learning Group-1</a:t>
            </a:r>
          </a:p>
          <a:p>
            <a:pPr algn="r"/>
            <a:r>
              <a:rPr lang="en-GB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A.Poojitha</a:t>
            </a:r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(251U1R2058)</a:t>
            </a:r>
          </a:p>
          <a:p>
            <a:pPr algn="r"/>
            <a:r>
              <a:rPr lang="en-GB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K.Sree</a:t>
            </a:r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 Rakshitha(251U1R2065)</a:t>
            </a:r>
            <a:endParaRPr lang="en-IN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9FBFA74-BAD4-137A-133A-CB1DA58DC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2693" y="5612268"/>
            <a:ext cx="5417703" cy="12145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Course instructor : </a:t>
            </a:r>
          </a:p>
          <a:p>
            <a:r>
              <a:rPr lang="en-GB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Mr.P.Kishore</a:t>
            </a:r>
            <a:r>
              <a:rPr lang="en-GB" dirty="0">
                <a:solidFill>
                  <a:schemeClr val="tx1"/>
                </a:solidFill>
                <a:latin typeface="Bookman Old Style" panose="02050604050505020204" pitchFamily="18" charset="0"/>
              </a:rPr>
              <a:t> Reddy </a:t>
            </a:r>
            <a:endParaRPr lang="en-IN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AutoShape 4" descr="Generated image">
            <a:extLst>
              <a:ext uri="{FF2B5EF4-FFF2-40B4-BE49-F238E27FC236}">
                <a16:creationId xmlns:a16="http://schemas.microsoft.com/office/drawing/2014/main" id="{CDB813BC-5C4C-D550-93DF-0747A13523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311400" cy="23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 descr="Generated image">
            <a:extLst>
              <a:ext uri="{FF2B5EF4-FFF2-40B4-BE49-F238E27FC236}">
                <a16:creationId xmlns:a16="http://schemas.microsoft.com/office/drawing/2014/main" id="{20C9EA4C-5633-77D4-27E8-B90EB4BA7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311400" cy="231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Generated image">
            <a:extLst>
              <a:ext uri="{FF2B5EF4-FFF2-40B4-BE49-F238E27FC236}">
                <a16:creationId xmlns:a16="http://schemas.microsoft.com/office/drawing/2014/main" id="{4DD65620-48FF-97D4-018E-C3616F94D0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7" name="Picture 16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355DD4BA-6ADA-AAA9-1E0E-2C95166CA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253" y="2882512"/>
            <a:ext cx="5208694" cy="27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FC5EAA-AD67-15AD-804A-82BF31A2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468" y="537024"/>
            <a:ext cx="8911687" cy="128089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ABSTRACT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DFC4AB-C576-D3A9-78C8-0494F49BE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114" y="1578429"/>
            <a:ext cx="9991498" cy="4332793"/>
          </a:xfrm>
        </p:spPr>
        <p:txBody>
          <a:bodyPr>
            <a:normAutofit/>
          </a:bodyPr>
          <a:lstStyle/>
          <a:p>
            <a:r>
              <a:rPr lang="en-GB" sz="2800" dirty="0">
                <a:latin typeface="Book Antiqua" panose="02040602050305030304" pitchFamily="18" charset="0"/>
              </a:rPr>
              <a:t>This project studies how </a:t>
            </a:r>
            <a:r>
              <a:rPr lang="en-GB" sz="2800" b="1" dirty="0">
                <a:latin typeface="Book Antiqua" panose="02040602050305030304" pitchFamily="18" charset="0"/>
              </a:rPr>
              <a:t>Differential Equations</a:t>
            </a:r>
            <a:r>
              <a:rPr lang="en-GB" sz="2800" dirty="0">
                <a:latin typeface="Book Antiqua" panose="02040602050305030304" pitchFamily="18" charset="0"/>
              </a:rPr>
              <a:t> can predict student improvement in mock tests.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Students improve with practice.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Improvement follows a mathematical pattern.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Exponential growth model is used.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Project connects mathematics with real academic performance</a:t>
            </a:r>
            <a:r>
              <a:rPr lang="en-GB" sz="28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155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AC91-D9A8-7F78-9ABA-1F2850D88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57" y="1953888"/>
            <a:ext cx="8915399" cy="1897840"/>
          </a:xfrm>
        </p:spPr>
        <p:txBody>
          <a:bodyPr>
            <a:norm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SLIDE CONTENTS </a:t>
            </a:r>
            <a:endParaRPr lang="en-IN" sz="3200" dirty="0">
              <a:latin typeface="Arial Black" panose="020B0A04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13ED0-1632-A384-64CF-9F15BB755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5243" y="1248228"/>
            <a:ext cx="10735243" cy="5207000"/>
          </a:xfrm>
        </p:spPr>
        <p:txBody>
          <a:bodyPr>
            <a:normAutofit fontScale="25000" lnSpcReduction="20000"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sz="8600" dirty="0"/>
              <a:t>Introduction</a:t>
            </a:r>
          </a:p>
          <a:p>
            <a:r>
              <a:rPr lang="en-GB" sz="8600" dirty="0"/>
              <a:t>Problem Statement</a:t>
            </a:r>
          </a:p>
          <a:p>
            <a:r>
              <a:rPr lang="en-GB" sz="8600" dirty="0"/>
              <a:t>Objectives</a:t>
            </a:r>
          </a:p>
          <a:p>
            <a:r>
              <a:rPr lang="en-GB" sz="8600" dirty="0"/>
              <a:t>Literature Survey</a:t>
            </a:r>
          </a:p>
          <a:p>
            <a:r>
              <a:rPr lang="en-GB" sz="8600" dirty="0"/>
              <a:t>Tools and Technologies Used</a:t>
            </a:r>
          </a:p>
          <a:p>
            <a:r>
              <a:rPr lang="en-GB" sz="8600" dirty="0"/>
              <a:t>Data Collection</a:t>
            </a:r>
          </a:p>
          <a:p>
            <a:r>
              <a:rPr lang="en-GB" sz="8600" dirty="0"/>
              <a:t>Performance Data Table</a:t>
            </a:r>
          </a:p>
          <a:p>
            <a:r>
              <a:rPr lang="en-GB" sz="8600" dirty="0"/>
              <a:t>Mathematical Model</a:t>
            </a:r>
          </a:p>
          <a:p>
            <a:r>
              <a:rPr lang="en-GB" sz="8600" dirty="0"/>
              <a:t>Why Exponential Growth?</a:t>
            </a:r>
          </a:p>
          <a:p>
            <a:r>
              <a:rPr lang="en-GB" sz="8600" dirty="0"/>
              <a:t>Mock Test Web Application</a:t>
            </a:r>
          </a:p>
          <a:p>
            <a:r>
              <a:rPr lang="en-GB" sz="8600" dirty="0"/>
              <a:t>Instructions Page</a:t>
            </a:r>
          </a:p>
          <a:p>
            <a:r>
              <a:rPr lang="en-GB" sz="8600" dirty="0"/>
              <a:t>Test Interface</a:t>
            </a:r>
          </a:p>
          <a:p>
            <a:r>
              <a:rPr lang="en-GB" sz="8600" dirty="0"/>
              <a:t>Graphical Representation</a:t>
            </a:r>
          </a:p>
          <a:p>
            <a:r>
              <a:rPr lang="en-GB" sz="8600" dirty="0"/>
              <a:t>Limitations</a:t>
            </a:r>
          </a:p>
          <a:p>
            <a:r>
              <a:rPr lang="en-GB" sz="8600" dirty="0"/>
              <a:t>Future Scope</a:t>
            </a:r>
          </a:p>
          <a:p>
            <a:r>
              <a:rPr lang="en-GB" sz="8600" dirty="0"/>
              <a:t>Conclusion</a:t>
            </a:r>
          </a:p>
          <a:p>
            <a:endParaRPr lang="en-GB" sz="5000" dirty="0"/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41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7AB8-7801-A9A6-DF97-15CB48297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98713"/>
            <a:ext cx="10353762" cy="1590936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INTRODUCTION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95E3A-EC5C-F115-B473-272A0677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89649"/>
            <a:ext cx="10353762" cy="4058751"/>
          </a:xfrm>
        </p:spPr>
        <p:txBody>
          <a:bodyPr/>
          <a:lstStyle/>
          <a:p>
            <a:r>
              <a:rPr lang="en-IN" sz="2800" dirty="0">
                <a:latin typeface="Book Antiqua" panose="02040602050305030304" pitchFamily="18" charset="0"/>
              </a:rPr>
              <a:t>Competitive exams require continuous practice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Mock tests help students improve gradually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Marks change over time with practice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Differential equations model changing quantities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Used to predict student performance growth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173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25BD-78EB-1ADC-55B5-2CBBAE224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578429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PROBLEM STATEMENT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6226E-7E31-42C8-7013-55DB8F0A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39278"/>
            <a:ext cx="10353762" cy="4058751"/>
          </a:xfrm>
        </p:spPr>
        <p:txBody>
          <a:bodyPr/>
          <a:lstStyle/>
          <a:p>
            <a:r>
              <a:rPr lang="en-GB" sz="2800" dirty="0">
                <a:latin typeface="Book Antiqua" panose="02040602050305030304" pitchFamily="18" charset="0"/>
              </a:rPr>
              <a:t>Can student performance be predicted using differential equations?</a:t>
            </a:r>
          </a:p>
          <a:p>
            <a:r>
              <a:rPr lang="en-GB" sz="2800" dirty="0">
                <a:latin typeface="Book Antiqua" panose="02040602050305030304" pitchFamily="18" charset="0"/>
              </a:rPr>
              <a:t>Questions addressed: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How does improvement depend on current marks?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Can future marks be predicted?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Is learning linear or exponential?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27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9C66-66F1-D0AD-0D10-AAD7F38C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296" y="515253"/>
            <a:ext cx="8911687" cy="128089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OBJECTIVES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C131F-E0CD-B164-1B44-1A10E66A0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326" y="2002972"/>
            <a:ext cx="8915400" cy="3777622"/>
          </a:xfrm>
        </p:spPr>
        <p:txBody>
          <a:bodyPr/>
          <a:lstStyle/>
          <a:p>
            <a:r>
              <a:rPr lang="en-GB" sz="2800" dirty="0">
                <a:latin typeface="Book Antiqua" panose="02040602050305030304" pitchFamily="18" charset="0"/>
              </a:rPr>
              <a:t>Apply differential equations to education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Develop exponential growth model</a:t>
            </a:r>
          </a:p>
          <a:p>
            <a:r>
              <a:rPr lang="en-IN" sz="2800" dirty="0" err="1">
                <a:latin typeface="Book Antiqua" panose="02040602050305030304" pitchFamily="18" charset="0"/>
              </a:rPr>
              <a:t>Analyze</a:t>
            </a:r>
            <a:r>
              <a:rPr lang="en-IN" sz="2800" dirty="0">
                <a:latin typeface="Book Antiqua" panose="02040602050305030304" pitchFamily="18" charset="0"/>
              </a:rPr>
              <a:t> mock test performance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Visualize results using graphs</a:t>
            </a:r>
          </a:p>
          <a:p>
            <a:r>
              <a:rPr lang="en-IN" sz="2800" dirty="0">
                <a:latin typeface="Book Antiqua" panose="02040602050305030304" pitchFamily="18" charset="0"/>
              </a:rPr>
              <a:t>Study limitations of model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5342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B664-0B16-2E24-FAF6-3465625AB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125" y="471710"/>
            <a:ext cx="8911687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LITERATURE SURVEY </a:t>
            </a:r>
            <a:br>
              <a:rPr lang="en-GB" dirty="0">
                <a:latin typeface="Arial Black" panose="020B0A04020102020204" pitchFamily="34" charset="0"/>
              </a:rPr>
            </a:br>
            <a:r>
              <a:rPr lang="en-GB" dirty="0">
                <a:latin typeface="Arial Black" panose="020B0A04020102020204" pitchFamily="34" charset="0"/>
              </a:rPr>
              <a:t> 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AACE55-4F54-A7CF-5B26-13ADCC05B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4167205"/>
              </p:ext>
            </p:extLst>
          </p:nvPr>
        </p:nvGraphicFramePr>
        <p:xfrm>
          <a:off x="285135" y="1411511"/>
          <a:ext cx="11716365" cy="5133117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480925">
                  <a:extLst>
                    <a:ext uri="{9D8B030D-6E8A-4147-A177-3AD203B41FA5}">
                      <a16:colId xmlns:a16="http://schemas.microsoft.com/office/drawing/2014/main" val="1349755976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3083400455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2102053902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3795319214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4266597796"/>
                    </a:ext>
                  </a:extLst>
                </a:gridCol>
              </a:tblGrid>
              <a:tr h="406462">
                <a:tc>
                  <a:txBody>
                    <a:bodyPr/>
                    <a:lstStyle/>
                    <a:p>
                      <a:r>
                        <a:rPr lang="en-IN" dirty="0"/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FUTURE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617611"/>
                  </a:ext>
                </a:extLst>
              </a:tr>
              <a:tr h="1751208">
                <a:tc>
                  <a:txBody>
                    <a:bodyPr/>
                    <a:lstStyle/>
                    <a:p>
                      <a:r>
                        <a:rPr lang="en-IN" dirty="0" err="1"/>
                        <a:t>Shaobo</a:t>
                      </a:r>
                      <a:r>
                        <a:rPr lang="en-IN" dirty="0"/>
                        <a:t> Huang &amp; Ning Fang (2013)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Predicting Student Academic Performance Using Mathematical 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compare different mathematical and machine learning models for predicting student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</a:t>
                      </a:r>
                      <a:r>
                        <a:rPr lang="en-GB" dirty="0" err="1"/>
                        <a:t>analyze</a:t>
                      </a:r>
                      <a:r>
                        <a:rPr lang="en-GB" dirty="0"/>
                        <a:t> GPA, midterm scores and previous grades to predict final performance.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Can be expanded using AI-based prediction systems and large educational datasets.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598269"/>
                  </a:ext>
                </a:extLst>
              </a:tr>
              <a:tr h="1512407">
                <a:tc>
                  <a:txBody>
                    <a:bodyPr/>
                    <a:lstStyle/>
                    <a:p>
                      <a:r>
                        <a:rPr lang="en-IN" dirty="0"/>
                        <a:t>Patrick Kago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Mock Exams as Predictor of Final Examination Performance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study relationship between mock exam scores and final exam results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determine if mock tests can identify weak students early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Can be integrated into school systems for early warning and performance tracking.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392993"/>
                  </a:ext>
                </a:extLst>
              </a:tr>
              <a:tr h="1446212">
                <a:tc>
                  <a:txBody>
                    <a:bodyPr/>
                    <a:lstStyle/>
                    <a:p>
                      <a:r>
                        <a:rPr lang="en-IN" dirty="0"/>
                        <a:t>Jaleh Rezaei &amp; Nasim </a:t>
                      </a:r>
                      <a:r>
                        <a:rPr lang="en-IN" dirty="0" err="1"/>
                        <a:t>Asghary</a:t>
                      </a:r>
                      <a:r>
                        <a:rPr lang="en-IN" dirty="0"/>
                        <a:t>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Teaching Differential Equations using Mathematical Modelling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study the impact of modelling-based teaching.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improve problem-solving skills and mathematical understanding.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Can be applied in engineering and real-world educational modelling systems.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663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381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C0F8-6F8B-900C-08E5-CFA56529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4925" y="636810"/>
            <a:ext cx="8911687" cy="836390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	</a:t>
            </a:r>
            <a:r>
              <a:rPr lang="en-GB" dirty="0">
                <a:latin typeface="Arial Black" panose="020B0A04020102020204" pitchFamily="34" charset="0"/>
              </a:rPr>
              <a:t>LITERATURE SURVEY </a:t>
            </a:r>
            <a:endParaRPr lang="en-IN" dirty="0"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E1874E-4404-C88E-5099-922CDF6CE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059049"/>
              </p:ext>
            </p:extLst>
          </p:nvPr>
        </p:nvGraphicFramePr>
        <p:xfrm>
          <a:off x="685800" y="1562100"/>
          <a:ext cx="10960100" cy="47777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192020">
                  <a:extLst>
                    <a:ext uri="{9D8B030D-6E8A-4147-A177-3AD203B41FA5}">
                      <a16:colId xmlns:a16="http://schemas.microsoft.com/office/drawing/2014/main" val="1594042352"/>
                    </a:ext>
                  </a:extLst>
                </a:gridCol>
                <a:gridCol w="2192020">
                  <a:extLst>
                    <a:ext uri="{9D8B030D-6E8A-4147-A177-3AD203B41FA5}">
                      <a16:colId xmlns:a16="http://schemas.microsoft.com/office/drawing/2014/main" val="1239556693"/>
                    </a:ext>
                  </a:extLst>
                </a:gridCol>
                <a:gridCol w="2192020">
                  <a:extLst>
                    <a:ext uri="{9D8B030D-6E8A-4147-A177-3AD203B41FA5}">
                      <a16:colId xmlns:a16="http://schemas.microsoft.com/office/drawing/2014/main" val="3892630490"/>
                    </a:ext>
                  </a:extLst>
                </a:gridCol>
                <a:gridCol w="2192020">
                  <a:extLst>
                    <a:ext uri="{9D8B030D-6E8A-4147-A177-3AD203B41FA5}">
                      <a16:colId xmlns:a16="http://schemas.microsoft.com/office/drawing/2014/main" val="4197043286"/>
                    </a:ext>
                  </a:extLst>
                </a:gridCol>
                <a:gridCol w="2192020">
                  <a:extLst>
                    <a:ext uri="{9D8B030D-6E8A-4147-A177-3AD203B41FA5}">
                      <a16:colId xmlns:a16="http://schemas.microsoft.com/office/drawing/2014/main" val="4273478622"/>
                    </a:ext>
                  </a:extLst>
                </a:gridCol>
              </a:tblGrid>
              <a:tr h="655768">
                <a:tc>
                  <a:txBody>
                    <a:bodyPr/>
                    <a:lstStyle/>
                    <a:p>
                      <a:r>
                        <a:rPr lang="en-IN" dirty="0"/>
                        <a:t>AUTHORS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FUTURE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9084282"/>
                  </a:ext>
                </a:extLst>
              </a:tr>
              <a:tr h="2060986">
                <a:tc>
                  <a:txBody>
                    <a:bodyPr/>
                    <a:lstStyle/>
                    <a:p>
                      <a:r>
                        <a:rPr lang="en-IN" dirty="0" err="1"/>
                        <a:t>ResearchGaTe</a:t>
                      </a:r>
                      <a:r>
                        <a:rPr lang="en-IN" dirty="0"/>
                        <a:t> Study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Mathematical </a:t>
                      </a:r>
                      <a:r>
                        <a:rPr lang="en-GB" dirty="0" err="1"/>
                        <a:t>Modeling</a:t>
                      </a:r>
                      <a:r>
                        <a:rPr lang="en-GB" dirty="0"/>
                        <a:t> and Forecasting of Student Performance in Online Courses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predict performance using online learning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use student activity and engagement data for forecasting academic outcomes.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Can be extended to AI-driven educational analytics and smart learning platforms.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974599"/>
                  </a:ext>
                </a:extLst>
              </a:tr>
              <a:tr h="2060986">
                <a:tc>
                  <a:txBody>
                    <a:bodyPr/>
                    <a:lstStyle/>
                    <a:p>
                      <a:r>
                        <a:rPr lang="en-IN" dirty="0" err="1"/>
                        <a:t>GeeksforGeeks</a:t>
                      </a:r>
                      <a:r>
                        <a:rPr lang="en-IN" dirty="0"/>
                        <a:t>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Applications of Differential Equations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explain real-life applications of differential equations.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To show how changing quantities can be </a:t>
                      </a:r>
                      <a:r>
                        <a:rPr lang="en-GB" dirty="0" err="1"/>
                        <a:t>modeled</a:t>
                      </a:r>
                      <a:r>
                        <a:rPr lang="en-GB" dirty="0"/>
                        <a:t> mathematically.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Can be applied in academic performance prediction and learning analytics.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103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1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B597-179F-BD2E-EBC5-164CFEFE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TOOLS AND TECHNOLOGIES USED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97C92-DE0D-DF04-E1AF-2B40D8427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Book Antiqua" panose="02040602050305030304" pitchFamily="18" charset="0"/>
              </a:rPr>
              <a:t>• HTML – Web page structure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CSS – Styling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JavaScript – Functionality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Chart.js – Graph plotting</a:t>
            </a:r>
          </a:p>
          <a:p>
            <a:pPr marL="0" indent="0">
              <a:buNone/>
            </a:pPr>
            <a:r>
              <a:rPr lang="en-IN" sz="2800" b="1" dirty="0">
                <a:latin typeface="Book Antiqua" panose="02040602050305030304" pitchFamily="18" charset="0"/>
              </a:rPr>
              <a:t>Advantages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Lightweight &amp; responsive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Easy deployment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Real exam-like environment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97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9DEA-B0C6-E86A-ED69-C0CD2194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DATA COLLECTION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BA16B-345A-55CE-AE4F-EA2244A8D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>
                <a:latin typeface="Book Antiqua" panose="02040602050305030304" pitchFamily="18" charset="0"/>
              </a:rPr>
              <a:t>• Performance recorded for 10 mock tests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Independent variable → Test number (t)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Dependent variable → Marks (M)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Marks increase continuously with practice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83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3A81-834E-5979-DEE8-889F095C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44" y="417180"/>
            <a:ext cx="10131425" cy="1426029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PERFORMANCE DATA TABLE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 descr="A table with numbers and a few marks&#10;&#10;AI-generated content may be incorrect.">
            <a:extLst>
              <a:ext uri="{FF2B5EF4-FFF2-40B4-BE49-F238E27FC236}">
                <a16:creationId xmlns:a16="http://schemas.microsoft.com/office/drawing/2014/main" id="{3FE58E77-F04E-DA10-A23E-ACBE1FB97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86" y="1488781"/>
            <a:ext cx="5617028" cy="495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67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3470-55CF-0936-56FD-AE388727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MATHEMATICAL MODEL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AEB4-D86D-0624-61B1-9604E05F3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926" y="1905000"/>
            <a:ext cx="8915400" cy="3777622"/>
          </a:xfrm>
        </p:spPr>
        <p:txBody>
          <a:bodyPr>
            <a:normAutofit lnSpcReduction="10000"/>
          </a:bodyPr>
          <a:lstStyle/>
          <a:p>
            <a:r>
              <a:rPr lang="en-GB" sz="2400" dirty="0">
                <a:latin typeface="Book Antiqua" panose="02040602050305030304" pitchFamily="18" charset="0"/>
              </a:rPr>
              <a:t>Assumption: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Rate of improvement ∝ Current performance</a:t>
            </a:r>
          </a:p>
          <a:p>
            <a:r>
              <a:rPr lang="en-GB" sz="2400" dirty="0">
                <a:latin typeface="Book Antiqua" panose="02040602050305030304" pitchFamily="18" charset="0"/>
              </a:rPr>
              <a:t>Differential Equation: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b="1" dirty="0" err="1">
                <a:latin typeface="Book Antiqua" panose="02040602050305030304" pitchFamily="18" charset="0"/>
              </a:rPr>
              <a:t>dM</a:t>
            </a:r>
            <a:r>
              <a:rPr lang="en-GB" sz="2400" b="1" dirty="0">
                <a:latin typeface="Book Antiqua" panose="02040602050305030304" pitchFamily="18" charset="0"/>
              </a:rPr>
              <a:t>/dt = </a:t>
            </a:r>
            <a:r>
              <a:rPr lang="en-GB" sz="2400" b="1" dirty="0" err="1">
                <a:latin typeface="Book Antiqua" panose="02040602050305030304" pitchFamily="18" charset="0"/>
              </a:rPr>
              <a:t>kM</a:t>
            </a:r>
            <a:endParaRPr lang="en-GB" sz="2400" dirty="0">
              <a:latin typeface="Book Antiqua" panose="02040602050305030304" pitchFamily="18" charset="0"/>
            </a:endParaRPr>
          </a:p>
          <a:p>
            <a:r>
              <a:rPr lang="en-GB" sz="2400" dirty="0">
                <a:latin typeface="Book Antiqua" panose="02040602050305030304" pitchFamily="18" charset="0"/>
              </a:rPr>
              <a:t>Solution: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b="1" dirty="0">
                <a:latin typeface="Book Antiqua" panose="02040602050305030304" pitchFamily="18" charset="0"/>
              </a:rPr>
              <a:t>M(t) = a e^(kt)</a:t>
            </a:r>
            <a:endParaRPr lang="en-GB" sz="2400" dirty="0">
              <a:latin typeface="Book Antiqua" panose="02040602050305030304" pitchFamily="18" charset="0"/>
            </a:endParaRPr>
          </a:p>
          <a:p>
            <a:r>
              <a:rPr lang="en-GB" sz="2400" dirty="0">
                <a:latin typeface="Book Antiqua" panose="02040602050305030304" pitchFamily="18" charset="0"/>
              </a:rPr>
              <a:t>Where: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• M(t) → Marks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• k → Growth rate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• t → Test number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12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148E-E0A8-F6DC-CF30-A4C6F78B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WHY EXPONENTIAL GROWTH?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703A7-8C21-89B1-3913-561EF8B9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dirty="0">
                <a:latin typeface="Book Antiqua" panose="02040602050305030304" pitchFamily="18" charset="0"/>
              </a:rPr>
              <a:t>• </a:t>
            </a:r>
            <a:r>
              <a:rPr lang="en-GB" sz="2800" dirty="0">
                <a:latin typeface="Book Antiqua" panose="02040602050305030304" pitchFamily="18" charset="0"/>
              </a:rPr>
              <a:t>Practice increases confidence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Mistakes reduce with time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Learning speed increases gradually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Growth becomes faster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238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6A3E4-2766-5B7C-09DA-EBE84F3C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MOCK TEST WEB APPLICATION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5BB55-1221-54D3-CA7C-518759D10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latin typeface="Book Antiqua" panose="02040602050305030304" pitchFamily="18" charset="0"/>
              </a:rPr>
              <a:t>Features: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60-minute timer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100 MCQ questions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Question palette navigation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Save &amp; Next option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• Clear response option</a:t>
            </a:r>
          </a:p>
        </p:txBody>
      </p:sp>
    </p:spTree>
    <p:extLst>
      <p:ext uri="{BB962C8B-B14F-4D97-AF65-F5344CB8AC3E}">
        <p14:creationId xmlns:p14="http://schemas.microsoft.com/office/powerpoint/2010/main" val="380956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CCA4EF-FBED-EBCB-A527-385C7382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82601"/>
            <a:ext cx="9905999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INSTRUCTIONS PAGE 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 descr="A screenshot of a test&#10;&#10;AI-generated content may be incorrect.">
            <a:extLst>
              <a:ext uri="{FF2B5EF4-FFF2-40B4-BE49-F238E27FC236}">
                <a16:creationId xmlns:a16="http://schemas.microsoft.com/office/drawing/2014/main" id="{7CA80356-2038-1D64-BE9C-40605404A4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28" y="1103311"/>
            <a:ext cx="8483600" cy="527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91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C6DD11-6C52-1EAD-190F-35DBA24D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63" y="355601"/>
            <a:ext cx="10131425" cy="876300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TEST INTERFACE 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A50621-6E46-12E4-E241-7662B035942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886" y="1436460"/>
            <a:ext cx="10242550" cy="491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01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51CE4-7235-F8F8-928E-222BD832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GRAPHICAL REPRESENTATION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BB1DFA-9FD1-EE9E-378D-6CB1770A7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771" y="2589589"/>
            <a:ext cx="10131425" cy="4030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ook Antiqua" panose="02040602050305030304" pitchFamily="18" charset="0"/>
              </a:rPr>
              <a:t>• Graph shows upward curve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• Improvement accelerates with time</a:t>
            </a:r>
            <a:br>
              <a:rPr lang="en-GB" sz="2400" dirty="0">
                <a:latin typeface="Book Antiqua" panose="02040602050305030304" pitchFamily="18" charset="0"/>
              </a:rPr>
            </a:br>
            <a:r>
              <a:rPr lang="en-GB" sz="2400" dirty="0">
                <a:latin typeface="Book Antiqua" panose="02040602050305030304" pitchFamily="18" charset="0"/>
              </a:rPr>
              <a:t>• Confirms exponential growth</a:t>
            </a:r>
            <a:endParaRPr lang="en-IN" sz="2400" dirty="0">
              <a:latin typeface="Book Antiqua" panose="02040602050305030304" pitchFamily="18" charset="0"/>
            </a:endParaRPr>
          </a:p>
        </p:txBody>
      </p:sp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9464F3A5-71ED-8DBE-5AA3-E044D1111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312" y="1963876"/>
            <a:ext cx="6069012" cy="403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85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83F3-4C85-84DC-B900-F0F275F4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LIMITATIONS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FFC1E-5CA1-C7E3-D1D5-700C54A64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1860550"/>
            <a:ext cx="10131425" cy="3136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Book Antiqua" panose="02040602050305030304" pitchFamily="18" charset="0"/>
              </a:rPr>
              <a:t>• Small dataset (10 tests)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Real performance may vary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Maximum marks limit ignored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Logistic model needed in future</a:t>
            </a:r>
            <a:endParaRPr lang="en-IN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249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A593-7189-AE30-888F-4F63404D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FUTURE SCOPE 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1F77-F392-B2D9-5243-9200F9763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0" y="1905000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Book Antiqua" panose="02040602050305030304" pitchFamily="18" charset="0"/>
              </a:rPr>
              <a:t>• Use real student data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Apply Machine Learning models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Add login &amp; database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Mobile app version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Personalized study suggestions</a:t>
            </a:r>
            <a:endParaRPr lang="en-IN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553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96A1-CF67-3123-F2EC-D716253F9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CONCLUSION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FF2EF-6BDF-6BD6-836D-FE3C474D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701" y="2088847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Book Antiqua" panose="02040602050305030304" pitchFamily="18" charset="0"/>
              </a:rPr>
              <a:t>• Differential equations predict performance growth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Exponential learning curve fits early learning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Combines maths with real-life application</a:t>
            </a:r>
            <a:br>
              <a:rPr lang="en-GB" sz="2800" dirty="0">
                <a:latin typeface="Book Antiqua" panose="02040602050305030304" pitchFamily="18" charset="0"/>
              </a:rPr>
            </a:br>
            <a:r>
              <a:rPr lang="en-GB" sz="2800" dirty="0">
                <a:latin typeface="Book Antiqua" panose="02040602050305030304" pitchFamily="18" charset="0"/>
              </a:rPr>
              <a:t>• Helps students track improvement</a:t>
            </a:r>
            <a:endParaRPr lang="en-IN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53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45F5-57F7-B0E9-CB38-90DEB5FA1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1" y="2413000"/>
            <a:ext cx="10131425" cy="1456267"/>
          </a:xfrm>
        </p:spPr>
        <p:txBody>
          <a:bodyPr/>
          <a:lstStyle/>
          <a:p>
            <a:pPr algn="ctr"/>
            <a:r>
              <a:rPr lang="en-GB" dirty="0">
                <a:latin typeface="Arial Black" panose="020B0A04020102020204" pitchFamily="34" charset="0"/>
              </a:rPr>
              <a:t>THANK YOU!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441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115</TotalTime>
  <Words>777</Words>
  <Application>Microsoft Office PowerPoint</Application>
  <PresentationFormat>Widescreen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Book Antiqua</vt:lpstr>
      <vt:lpstr>Bookman Old Style</vt:lpstr>
      <vt:lpstr>Wingdings</vt:lpstr>
      <vt:lpstr>Wood Type</vt:lpstr>
      <vt:lpstr>SCHOOL OF ENGINEERING Project Presentation  Course : Calculus and Differential Equations  Term – 2 Title :MODELING MOCK TEST GROWTH USING DIFFERENTIAL EQUATIONS TO PREDICT STUDENT PERFORMANCE  </vt:lpstr>
      <vt:lpstr>ABSTRACT </vt:lpstr>
      <vt:lpstr>SLIDE CONTENTS </vt:lpstr>
      <vt:lpstr>INTRODUCTION</vt:lpstr>
      <vt:lpstr>PROBLEM STATEMENT </vt:lpstr>
      <vt:lpstr>OBJECTIVES</vt:lpstr>
      <vt:lpstr>LITERATURE SURVEY   </vt:lpstr>
      <vt:lpstr> LITERATURE SURVEY </vt:lpstr>
      <vt:lpstr>TOOLS AND TECHNOLOGIES USED</vt:lpstr>
      <vt:lpstr>DATA COLLECTION</vt:lpstr>
      <vt:lpstr>PERFORMANCE DATA TABLE</vt:lpstr>
      <vt:lpstr>MATHEMATICAL MODEL </vt:lpstr>
      <vt:lpstr>WHY EXPONENTIAL GROWTH?</vt:lpstr>
      <vt:lpstr>MOCK TEST WEB APPLICATION</vt:lpstr>
      <vt:lpstr>INSTRUCTIONS PAGE </vt:lpstr>
      <vt:lpstr>TEST INTERFACE </vt:lpstr>
      <vt:lpstr>GRAPHICAL REPRESENTATION</vt:lpstr>
      <vt:lpstr>LIMITATIONS </vt:lpstr>
      <vt:lpstr>FUTURE SCOPE 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konka</dc:creator>
  <cp:lastModifiedBy>Poojitha Alka</cp:lastModifiedBy>
  <cp:revision>1</cp:revision>
  <dcterms:created xsi:type="dcterms:W3CDTF">2026-02-16T04:35:24Z</dcterms:created>
  <dcterms:modified xsi:type="dcterms:W3CDTF">2026-02-23T18:21:27Z</dcterms:modified>
</cp:coreProperties>
</file>